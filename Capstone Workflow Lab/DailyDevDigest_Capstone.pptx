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182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0" y="658368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Dev Digest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GitHub Trending Briefing - Delivered to Your Inbox Every Morning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20240" y="3840480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21262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3840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3840480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21262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3840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3840480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21262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840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3840480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21262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3840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AI for Office Automation | Day 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developers stay current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what's trending in tech?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788920" cy="28346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9659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3063240"/>
            <a:ext cx="256946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browsing GitHub Trending, Hacker News, and Reddit every day takes 20–30 minutes.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27832" y="1874520"/>
            <a:ext cx="2788920" cy="28346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27832" y="19659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19272" y="2606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Miss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3063240"/>
            <a:ext cx="256946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routine check, developers fall behind on emerging tools, libraries, and frameworks.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1344" y="1874520"/>
            <a:ext cx="2788920" cy="28346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81344" y="19659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72784" y="2606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91072" y="3063240"/>
            <a:ext cx="256946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manual task is repeated daily a perfect candidate for full automation.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Zapier Automation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17320"/>
            <a:ext cx="9144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64208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64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618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74520" y="1508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by Zapier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74520" y="1892808"/>
            <a:ext cx="1005840" cy="2560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18928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17520" y="15544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 every day at a set time - zero manual action required.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2441448"/>
            <a:ext cx="0" cy="128016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87752"/>
            <a:ext cx="841248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587752"/>
            <a:ext cx="9144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834640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834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74520" y="26791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by Zapier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874520" y="3063240"/>
            <a:ext cx="1005840" cy="2560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3063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017520" y="272491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live trending GitHub repositories – repo, stars, descriptions, language.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3611880"/>
            <a:ext cx="0" cy="128016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758184"/>
            <a:ext cx="841248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758184"/>
            <a:ext cx="9144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005072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005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8720" y="3959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874520" y="38496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874520" y="4233672"/>
            <a:ext cx="1005840" cy="2560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74520" y="42336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017520" y="3895344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clean, formatted table of trending repos straight to your inbox.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arrives in your inbox every morning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841248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61872"/>
            <a:ext cx="8412480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📧  Daily Dev Digest  —  Trending GitHub Repositories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21040" y="1417320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37360"/>
            <a:ext cx="841248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373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73736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03720" y="173736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Stars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18120" y="17373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084832"/>
            <a:ext cx="84124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8483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awesome-llm-apps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06040" y="208483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of LLM apps with AI Agents &amp; RAG using OpenAI, Anthropic, Gemini and more.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03720" y="2084832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101,631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18120" y="20848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06040" y="265176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coding agent in your IDE — creates/edits files, executes commands with your permission.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03720" y="265176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90,685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18120" y="2651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218688"/>
            <a:ext cx="84124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1868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AIHawk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06040" y="321868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job applications with AI — applies to multiple jobs in a tailored, intelligent way.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03720" y="321868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55,670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818120" y="32186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generated at 08:48:03 PM UTC — Powered by Zapier + GitHub 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your daily work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2560320" cy="1325880"/>
          </a:xfrm>
          <a:prstGeom prst="rect">
            <a:avLst/>
          </a:prstGeom>
          <a:solidFill>
            <a:srgbClr val="21262D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98448"/>
            <a:ext cx="25603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Daily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298448"/>
            <a:ext cx="2560320" cy="132588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98448"/>
            <a:ext cx="256032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898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hrs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91840" y="20299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Monthly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298448"/>
            <a:ext cx="2560320" cy="132588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98448"/>
            <a:ext cx="256032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3898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20299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841248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34640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 manual browsing - trending repos arrive before your first coffee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841248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37560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Stay ahead of the tech curve without changing your routine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3840480"/>
            <a:ext cx="841248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40480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Fully reusable - swap GitHub API for any other data source easily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4343400"/>
            <a:ext cx="8412480" cy="429768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343400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Scales to a team: change Gmail step to send to a shared dev inbox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340</Words>
  <Application>Microsoft Office PowerPoint</Application>
  <PresentationFormat>On-screen Show (16:9)</PresentationFormat>
  <Paragraphs>78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Dev Digest — Capstone Presentation</dc:title>
  <dc:subject>PptxGenJS Presentation</dc:subject>
  <dc:creator>PptxGenJS</dc:creator>
  <cp:lastModifiedBy>AbdulRahman Al Wahaibi</cp:lastModifiedBy>
  <cp:revision>2</cp:revision>
  <dcterms:created xsi:type="dcterms:W3CDTF">2026-03-11T23:06:40Z</dcterms:created>
  <dcterms:modified xsi:type="dcterms:W3CDTF">2026-03-11T23:23:23Z</dcterms:modified>
</cp:coreProperties>
</file>